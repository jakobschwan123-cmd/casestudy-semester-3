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Kurz die sieben Teile und die Vortragenden nennen; Fragen bitte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FixWerk GmbH ist ein fiktiver Pilotkunde mit vier Filialen in der Region Karlsruhe (Fahrrad, E-Bike, Elektronik). Die vier Probleme sind Annahmen unseres Szenarios, keine erhobenen 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Rückfrage des Dozenten bei der Konzeptvorstellung: Betreiber oder Solution Provider? Wir sind der Softwareanbieter, FixWerk ist der Pilotkunde. Systemkontext: Buchhaltung, Lieferantensysteme und die physische Reparatur liegen außerhalb der Systemgrenze.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Die drei Merkmale beschreiben den Zuschnitt unseres Entwurfs. Einen belegten Funktionsvergleich mit bestehenden Werkstattlösungen haben wir nicht erstellt; deshalb nennen wir keine Wettbewerber.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Prozesse 01 bis 08 sind die Auftragsreise entlang des Zustandsautomaten, 09 und 10 die Folgeprozesse Reklamation und Retoure. Gezählt sind nur die Aktivitäten im Werkstatt-Pool; die 26 Aktivitäten der Kundenabläufe kommen hinzu.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BPMN 05: parallele Teileprüfung; Fehlteile zunächst markieren. Reservierungen bestätigen, Meldebestand prüfen, Kunde informieren, erst danach bestellen.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Beispiel für die Konsistenzprüfung: Nach den Korrekturen an Prozess 07 (E-19) musste SD4 nachgezogen werden. Prüfrunden: Gesamtprüfung am 26.09., Komplettcheck am 05.10. mit 39 Befunden, QA-Checkliste mit Q1 bis Q8.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Kennzahlen kurz nennen, dann die zwei Kernaussagen. Der Ausblick ist Vision, nicht modelliert.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Maximilian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David, Kilian, Maximilian,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Szenario: Die fiktive Werkstattkette FixWerk GmbH (vier Filialen, Fahrrad, E-Bike und Elektronik) arbeitet mit Papier, Excel-Listen und Telefon. Wir gehen von vier Problemen aus: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uml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Zuschnitt: drei Merkmale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soll Fahrrad-, E-Bike- und Elektronikreparaturen gemeinsam abbilden. Drei Merkmale prägen unseren Entwurf: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uml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13" y="960120"/>
            <a:ext cx="2755654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13,1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172" y="960120"/>
            <a:ext cx="3427817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Ersatzteile disponieren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ein vollständiges Modell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uml/kl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76" y="960120"/>
            <a:ext cx="3685608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vollständiges Diagramm mit 27 Klassen (Anhang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uml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776" y="960120"/>
            <a:ext cx="287412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Medienqualität prüfen; nur auswertbare Medien an den KI-Dienst senden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mit Nachreichung; nach 7 Tagen ohne neue Aufnahme abbrechen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Bestätigung → verfügbare Teile vorreservieren; Ablehnung oder 7-Tage-Timer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Klassenbotschaften verwenden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Ersatzteile disponieren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uml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193" y="960120"/>
            <a:ext cx="3743294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Teil: lokal reservieren, Umlagerung oder Fehlteil markieren; parallele Teileprüfung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Reservierungen bestätigen und Meldebestand prüfen (UC12)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über Reparaturbeginn informieren; danach Bestellung nur bei Fehlteilen (UC10)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Maximilian, Qualität Jakob.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Gemeinsame Namensregeln und ein Abgleich nach jeder Änderung (QA-Checkliste) halten die Modelle zusammen.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131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Projektleitung, Fertigstellung der Dokumentation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Problem, Use-Case-Diagramm; Überarbeitung des Use-Case-Diagramms, SD2 und SD4 in Visual Paradigm, stellvertretende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Owner, SD5 und SD6 in Visual Paradigm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7–10, 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04, Sequenzdiagramm SD1; BPMN im Camunda Modeler, SD1 in Visual Paradigm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Klassendiagramm, Vorgehen und Projektmanagement; Klassendiagramm und VP-Projekt,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Konsistenz, SD3 in Visual Paradigm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Aufgabenverteilung vom Gruppentermin 15.10.2026 (E-23): Jede Person trägt vor, was sie selbst erarbeitet hat.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/>
  <cp:revision>1</cp:revision>
  <dcterms:created xsi:type="dcterms:W3CDTF">2026-10-08T14:51:01Z</dcterms:created>
  <dcterms:modified xsi:type="dcterms:W3CDTF">2026-10-08T14:51:01Z</dcterms:modified>
</cp:coreProperties>
</file>