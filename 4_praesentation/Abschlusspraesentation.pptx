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(65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134 Aktivitäten im Werkstatt-Pool, dazu die Abläufe des Kunden. Ein Use-Case-Diagramm mit 19 Use Cases und 17 Rollen und Akteuren. Ein vollständiges Klassendiagramm mit 29 Klassen und 40 Assoziationen. Sechs Sequenzdiagramme, gefordert waren fünf.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Reviews: Jedes Diagramm wurde im Zweierteam geprüft und in den Gruppenterminen abgestimmt,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 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134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44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134</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13,4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und wechselt ihn über wechsleStatus().</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Reviews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Diagramm im Zweierteam geprüft, Abstimmung in den Gruppenterminen.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